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Self-Corrective RAG 기반 한국어 의료 QA 시스템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LangGraph 워크플로우와 Ablation Study (STQS-108)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Authors &amp; Affiliation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연구자명 (소속)</a:t>
            </a:r>
          </a:p>
          <a:p>
            <a:r>
              <a:t>지도교수/팀 (소속)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Background &amp; Motivation</a:t>
            </a:r>
          </a:p>
          <a:p>
            <a:pPr/>
            <a:r>
              <a:t>Proposed Method</a:t>
            </a:r>
          </a:p>
          <a:p>
            <a:pPr/>
            <a:r>
              <a:t>System Architecture</a:t>
            </a:r>
          </a:p>
          <a:p>
            <a:pPr/>
            <a:r>
              <a:t>Evaluation (STQS-108)</a:t>
            </a:r>
          </a:p>
          <a:p>
            <a:pPr/>
            <a:r>
              <a:t>Ablation Study</a:t>
            </a:r>
          </a:p>
          <a:p>
            <a:pPr/>
            <a:r>
              <a:t>Results</a:t>
            </a:r>
          </a:p>
          <a:p>
            <a:pPr/>
            <a:r>
              <a:t>Conclusion &amp; Future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의료 정보 제공 시 신뢰성(근거 기반성)과 가독성(사용자 수준)이 중요합니다.</a:t>
            </a:r>
          </a:p>
          <a:p>
            <a:r>
              <a:t>LLM의 할루시네이션 문제를 RAGAS 평가로 자동 검출·교정합니다.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LangGraph 기반 Self-Corrective Loop 설계</a:t>
            </a:r>
          </a:p>
          <a:p>
            <a:r>
              <a:t>STQS-108 표준 질문 세트(108건) 및 5조건 Ablation Study</a:t>
            </a:r>
          </a:p>
          <a:p>
            <a:r>
              <a:t>RAGAS 자동 평가(F, AR, CP) 기반 재검색 및 에스컬레이션</a:t>
            </a:r>
          </a:p>
          <a:p>
            <a:r>
              <a:t>사용자 수준별 FK Grade 목표 적용(Consumer/Professional)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Pipeline: Streamlit UI → LangGraph StateGraph → Tiered Retrieval (FAISS/LLM/Web) → Output</a:t>
            </a:r>
          </a:p>
          <a:p>
            <a:r>
              <a:t>감사 로그(Supabase)에 N+1행 저장, FK Grade 포함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Self-Corrective Loop (핵심)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질문 → 쿼리 최적화 → Tier0(FAISS) 검색 → LLM 합성</a:t>
            </a:r>
          </a:p>
          <a:p>
            <a:r>
              <a:t>RAGAS 평가(F, AR, CP) 수행 → 기준 미달 시 쿼리 재작성 후 재검색</a:t>
            </a:r>
          </a:p>
          <a:p>
            <a:r>
              <a:t>임계치 기반 즉시 에스컬레이션(AR 낮음 → Tier1), 루프 소진 시 상위 Tier로 에스컬레이션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Study (조건 A~E)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STQS-108 × 5조건 = 540건 실험</a:t>
            </a:r>
          </a:p>
          <a:p>
            <a:r>
              <a:t>A: Full System</a:t>
            </a:r>
          </a:p>
          <a:p>
            <a:r>
              <a:t>B: No Self-Correction</a:t>
            </a:r>
          </a:p>
          <a:p>
            <a:r>
              <a:t>C: No Multi-Tier</a:t>
            </a:r>
          </a:p>
          <a:p>
            <a:r>
              <a:t>D: No Level Classifier</a:t>
            </a:r>
          </a:p>
          <a:p>
            <a:r>
              <a:t>E: Baseline (No Loop)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Faithfulness (F)</a:t>
            </a:r>
          </a:p>
          <a:p>
            <a:r>
              <a:t>Answer Relevance (AR)</a:t>
            </a:r>
          </a:p>
          <a:p>
            <a:r>
              <a:t>Context Precision (CP)</a:t>
            </a:r>
          </a:p>
          <a:p>
            <a:r>
              <a:t>Q_total = 0.4F + 0.4AR + 0.2CP</a:t>
            </a:r>
          </a:p>
          <a:p>
            <a:r>
              <a:t>FK Grade (가독성 목표: Consumer ≤9, Professional ≥12)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(실험 결과 표/그래프 삽입 예정)</a:t>
            </a:r>
          </a:p>
          <a:p>
            <a:r>
              <a:t>- Full system vs Ablation 비교: F, AR, CP, Q_total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Self-Corrective RAG가 검색 기반 신뢰성 향상에 기여함</a:t>
            </a:r>
          </a:p>
          <a:p>
            <a:r>
              <a:t>- 향후: 외부 검증 데이터셋 확장, 실사용자 평가, 다국어 확장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MSD Manuals, LangGraph, RAGAS, FAISS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가설 (Hypotheses)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연구의 주요 가설:</a:t>
            </a:r>
          </a:p>
          <a:p>
            <a:pPr/>
            <a:r>
              <a:t>H1: Self-Corrective Loop를 포함한 Full system은 Faithfulness(F)와 Q_total을 향상시킨다.</a:t>
            </a:r>
          </a:p>
          <a:p>
            <a:pPr/>
            <a:r>
              <a:t>H2: AR 기반 즉시 에스컬레이션(AR 낮음 → Tier1)은 할루시네이션 발생을 감소시킨다.</a:t>
            </a:r>
          </a:p>
          <a:p>
            <a:pPr/>
            <a:r>
              <a:t>H3: 사용자 수준별 FK Grade 제약(Consumer ≤9, Professional ≥12)은 가독성을 개선하되, F에는 큰 악영향을 미치지 않는다.</a:t>
            </a:r>
          </a:p>
          <a:p>
            <a:pPr/>
            <a:r>
              <a:t>H4: Ablation Study에서 Full system이 모든 조건에서 Q_total 상위권을 차지한다.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